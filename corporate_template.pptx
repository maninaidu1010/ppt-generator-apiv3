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Cover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/>
          <p:cNvSpPr/>
          <p:nvPr userDrawn="1"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Circle Large"/>
          <p:cNvSpPr/>
          <p:nvPr userDrawn="1"/>
        </p:nvSpPr>
        <p:spPr>
          <a:xfrm>
            <a:off x="8732520" y="1097280"/>
            <a:ext cx="3291840" cy="3291840"/>
          </a:xfrm>
          <a:prstGeom prst="ellipse">
            <a:avLst/>
          </a:prstGeom>
          <a:solidFill>
            <a:schemeClr val="accent3">
              <a:alpha val="45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Circle Small"/>
          <p:cNvSpPr/>
          <p:nvPr userDrawn="1"/>
        </p:nvSpPr>
        <p:spPr>
          <a:xfrm>
            <a:off x="10515600" y="4297680"/>
            <a:ext cx="1371600" cy="1371600"/>
          </a:xfrm>
          <a:prstGeom prst="ellipse">
            <a:avLst/>
          </a:prstGeom>
          <a:solidFill>
            <a:schemeClr val="bg1">
              <a:alpha val="22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Logo Mark"/>
          <p:cNvSpPr/>
          <p:nvPr userDrawn="1"/>
        </p:nvSpPr>
        <p:spPr>
          <a:xfrm>
            <a:off x="640080" y="548640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bg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000" b="1">
                <a:solidFill>
                  <a:schemeClr val="accent2"/>
                </a:solidFill>
              </a:rPr>
              <a:t>V</a:t>
            </a:r>
          </a:p>
        </p:txBody>
      </p:sp>
      <p:sp>
        <p:nvSpPr>
          <p:cNvPr id="6" name="Logo Wordmark"/>
          <p:cNvSpPr txBox="1"/>
          <p:nvPr userDrawn="1"/>
        </p:nvSpPr>
        <p:spPr>
          <a:xfrm>
            <a:off x="1152144" y="548640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en-US" sz="1500" b="1">
                <a:solidFill>
                  <a:schemeClr val="bg1"/>
                </a:solidFill>
              </a:rPr>
              <a:t>Vkollab</a:t>
            </a:r>
            <a:r>
              <a:rPr lang="en-US" sz="1500" b="0">
                <a:solidFill>
                  <a:schemeClr val="bg1"/>
                </a:solidFill>
              </a:rPr>
              <a:t> Technologies</a:t>
            </a:r>
          </a:p>
        </p:txBody>
      </p:sp>
      <p:sp>
        <p:nvSpPr>
          <p:cNvPr id="7" name="Title"/>
          <p:cNvSpPr>
            <a:spLocks noGrp="1"/>
          </p:cNvSpPr>
          <p:nvPr>
            <p:ph type="ctrTitle"/>
          </p:nvPr>
        </p:nvSpPr>
        <p:spPr>
          <a:xfrm>
            <a:off x="640080" y="2103120"/>
            <a:ext cx="7315200" cy="1828800"/>
          </a:xfrm>
        </p:spPr>
        <p:txBody>
          <a:bodyPr lIns="0" rIns="0" anchor="b">
            <a:normAutofit/>
          </a:bodyPr>
          <a:lstStyle>
            <a:lvl1pPr algn="l">
              <a:defRPr sz="4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8" name="Subtitle"/>
          <p:cNvSpPr>
            <a:spLocks noGrp="1"/>
          </p:cNvSpPr>
          <p:nvPr>
            <p:ph type="subTitle" idx="1"/>
          </p:nvPr>
        </p:nvSpPr>
        <p:spPr>
          <a:xfrm>
            <a:off x="640080" y="4160520"/>
            <a:ext cx="6949440" cy="1005840"/>
          </a:xfrm>
        </p:spPr>
        <p:txBody>
          <a:bodyPr lIns="0" rIns="0">
            <a:normAutofit/>
          </a:bodyPr>
          <a:lstStyle>
            <a:lvl1pPr algn="l" marL="0" indent="0"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 Panel"/>
          <p:cNvSpPr/>
          <p:nvPr userDrawn="1"/>
        </p:nvSpPr>
        <p:spPr>
          <a:xfrm>
            <a:off x="0" y="0"/>
            <a:ext cx="3840480" cy="63093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548640" y="2194560"/>
            <a:ext cx="2926080" cy="2011680"/>
          </a:xfrm>
        </p:spPr>
        <p:txBody>
          <a:bodyPr lIns="0" rIns="0" anchor="ctr">
            <a:normAutofit/>
          </a:bodyPr>
          <a:lstStyle>
            <a:lvl1pPr algn="l"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Agenda Items"/>
          <p:cNvSpPr>
            <a:spLocks noGrp="1"/>
          </p:cNvSpPr>
          <p:nvPr>
            <p:ph idx="1"/>
          </p:nvPr>
        </p:nvSpPr>
        <p:spPr>
          <a:xfrm>
            <a:off x="4572000" y="1463040"/>
            <a:ext cx="7040880" cy="4572000"/>
          </a:xfrm>
        </p:spPr>
        <p:txBody>
          <a:bodyPr/>
          <a:lstStyle>
            <a:lvl1pPr>
              <a:spcBef>
                <a:spcPts val="1400"/>
              </a:spcBef>
              <a:defRPr sz="2400"/>
            </a:lvl1pPr>
          </a:lstStyle>
          <a:p>
            <a:r>
              <a:rPr lang="en-US"/>
              <a:t>Click to edit text</a:t>
            </a:r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Vkollab Technologies  |  Confidential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 Large"/>
          <p:cNvSpPr/>
          <p:nvPr userDrawn="1"/>
        </p:nvSpPr>
        <p:spPr>
          <a:xfrm>
            <a:off x="8869680" y="2377440"/>
            <a:ext cx="3108960" cy="3108960"/>
          </a:xfrm>
          <a:prstGeom prst="ellipse">
            <a:avLst/>
          </a:prstGeom>
          <a:solidFill>
            <a:schemeClr val="accent3">
              <a:alpha val="45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Circle Small"/>
          <p:cNvSpPr/>
          <p:nvPr userDrawn="1"/>
        </p:nvSpPr>
        <p:spPr>
          <a:xfrm>
            <a:off x="7863840" y="4846320"/>
            <a:ext cx="1188720" cy="1188720"/>
          </a:xfrm>
          <a:prstGeom prst="ellipse">
            <a:avLst/>
          </a:prstGeom>
          <a:solidFill>
            <a:schemeClr val="bg1">
              <a:alpha val="22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Logo Mark"/>
          <p:cNvSpPr/>
          <p:nvPr userDrawn="1"/>
        </p:nvSpPr>
        <p:spPr>
          <a:xfrm>
            <a:off x="640080" y="548640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bg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000" b="1">
                <a:solidFill>
                  <a:schemeClr val="accent2"/>
                </a:solidFill>
              </a:rPr>
              <a:t>V</a:t>
            </a:r>
          </a:p>
        </p:txBody>
      </p:sp>
      <p:sp>
        <p:nvSpPr>
          <p:cNvPr id="5" name="Logo Wordmark"/>
          <p:cNvSpPr txBox="1"/>
          <p:nvPr userDrawn="1"/>
        </p:nvSpPr>
        <p:spPr>
          <a:xfrm>
            <a:off x="1152144" y="548640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en-US" sz="1500" b="1">
                <a:solidFill>
                  <a:schemeClr val="bg1"/>
                </a:solidFill>
              </a:rPr>
              <a:t>Vkollab</a:t>
            </a:r>
            <a:r>
              <a:rPr lang="en-US" sz="1500" b="0">
                <a:solidFill>
                  <a:schemeClr val="bg1"/>
                </a:solidFill>
              </a:rPr>
              <a:t> Technologies</a:t>
            </a:r>
          </a:p>
        </p:txBody>
      </p:sp>
      <p:sp>
        <p:nvSpPr>
          <p:cNvPr id="6" name="Title"/>
          <p:cNvSpPr>
            <a:spLocks noGrp="1"/>
          </p:cNvSpPr>
          <p:nvPr>
            <p:ph type="title"/>
          </p:nvPr>
        </p:nvSpPr>
        <p:spPr>
          <a:xfrm>
            <a:off x="822960" y="2286000"/>
            <a:ext cx="7498080" cy="1463040"/>
          </a:xfrm>
        </p:spPr>
        <p:txBody>
          <a:bodyPr lIns="0" rIns="0" anchor="b">
            <a:normAutofit/>
          </a:bodyPr>
          <a:lstStyle>
            <a:lvl1pPr algn="l">
              <a:defRPr sz="4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7" name="Section Text"/>
          <p:cNvSpPr>
            <a:spLocks noGrp="1"/>
          </p:cNvSpPr>
          <p:nvPr>
            <p:ph type="body" idx="1"/>
          </p:nvPr>
        </p:nvSpPr>
        <p:spPr>
          <a:xfrm>
            <a:off x="822960" y="3931920"/>
            <a:ext cx="7132320" cy="1097280"/>
          </a:xfrm>
        </p:spPr>
        <p:txBody>
          <a:bodyPr lIns="0" rIns="0">
            <a:normAutofit/>
          </a:bodyPr>
          <a:lstStyle>
            <a:lvl1pPr algn="l" marL="0" indent="0">
              <a:buNone/>
              <a:defRPr sz="2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text</a:t>
            </a:r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l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Vkollab Technologies  |  Confidential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r">
              <a:defRPr sz="1000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text</a:t>
            </a:r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Vkollab Technologies  |  Confidential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548640" y="1554480"/>
            <a:ext cx="5394960" cy="448056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Click to edit text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245352" y="1554480"/>
            <a:ext cx="5394960" cy="448056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Click to edit text</a:t>
            </a:r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Vkollab Technologies  |  Confidential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Left Heading"/>
          <p:cNvSpPr>
            <a:spLocks noGrp="1"/>
          </p:cNvSpPr>
          <p:nvPr>
            <p:ph type="body" sz="quarter" idx="1"/>
          </p:nvPr>
        </p:nvSpPr>
        <p:spPr>
          <a:xfrm>
            <a:off x="548640" y="1554480"/>
            <a:ext cx="5394960" cy="640080"/>
          </a:xfrm>
          <a:solidFill>
            <a:schemeClr val="accent1"/>
          </a:solidFill>
        </p:spPr>
        <p:txBody>
          <a:bodyPr lIns="137160" rIns="137160" anchor="ctr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text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548640" y="2194560"/>
            <a:ext cx="5394960" cy="3840480"/>
          </a:xfrm>
          <a:solidFill>
            <a:schemeClr val="bg2"/>
          </a:solidFill>
        </p:spPr>
        <p:txBody>
          <a:bodyPr lIns="137160" tIns="137160" rIns="137160" bIns="91440">
            <a:normAutofit/>
          </a:bodyPr>
          <a:lstStyle>
            <a:lvl1pPr>
              <a:defRPr sz="1800"/>
            </a:lvl1pPr>
          </a:lstStyle>
          <a:p>
            <a:r>
              <a:rPr lang="en-US"/>
              <a:t>Click to edit text</a:t>
            </a:r>
          </a:p>
        </p:txBody>
      </p:sp>
      <p:sp>
        <p:nvSpPr>
          <p:cNvPr id="5" name="Right Heading"/>
          <p:cNvSpPr>
            <a:spLocks noGrp="1"/>
          </p:cNvSpPr>
          <p:nvPr>
            <p:ph type="body" sz="quarter" idx="3"/>
          </p:nvPr>
        </p:nvSpPr>
        <p:spPr>
          <a:xfrm>
            <a:off x="6245352" y="1554480"/>
            <a:ext cx="5394960" cy="640080"/>
          </a:xfrm>
          <a:solidFill>
            <a:schemeClr val="accent1"/>
          </a:solidFill>
        </p:spPr>
        <p:txBody>
          <a:bodyPr lIns="137160" rIns="137160" anchor="ctr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text</a:t>
            </a:r>
          </a:p>
        </p:txBody>
      </p:sp>
      <p:sp>
        <p:nvSpPr>
          <p:cNvPr id="6" name="Right Content"/>
          <p:cNvSpPr>
            <a:spLocks noGrp="1"/>
          </p:cNvSpPr>
          <p:nvPr>
            <p:ph sz="half" idx="4"/>
          </p:nvPr>
        </p:nvSpPr>
        <p:spPr>
          <a:xfrm>
            <a:off x="6245352" y="2194560"/>
            <a:ext cx="5394960" cy="3840480"/>
          </a:xfrm>
          <a:solidFill>
            <a:schemeClr val="bg2"/>
          </a:solidFill>
        </p:spPr>
        <p:txBody>
          <a:bodyPr lIns="137160" tIns="137160" rIns="137160" bIns="91440">
            <a:normAutofit/>
          </a:bodyPr>
          <a:lstStyle>
            <a:lvl1pPr>
              <a:defRPr sz="1800"/>
            </a:lvl1pPr>
          </a:lstStyle>
          <a:p>
            <a:r>
              <a:rPr lang="en-US"/>
              <a:t>Click to edit text</a:t>
            </a:r>
          </a:p>
        </p:txBody>
      </p:sp>
      <p:sp>
        <p:nvSpPr>
          <p:cNvPr id="7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Vkollab Technologies  |  Confidential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48640" y="1554480"/>
            <a:ext cx="11091672" cy="4526280"/>
          </a:xfrm>
        </p:spPr>
        <p:txBody>
          <a:bodyPr/>
          <a:lstStyle/>
          <a:p>
            <a:r>
              <a:rPr lang="en-US"/>
              <a:t>Click to edit text</a:t>
            </a:r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Vkollab Technologies  |  Confidential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48640" y="1554480"/>
            <a:ext cx="11091672" cy="4526280"/>
          </a:xfrm>
        </p:spPr>
        <p:txBody>
          <a:bodyPr/>
          <a:lstStyle/>
          <a:p>
            <a:r>
              <a:rPr lang="en-US"/>
              <a:t>Click to edit text</a:t>
            </a:r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Vkollab Technologies  |  Confidential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Vkollab Technologies  |  Confidential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Closing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/>
          <p:cNvSpPr/>
          <p:nvPr userDrawn="1"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Circle Large"/>
          <p:cNvSpPr/>
          <p:nvPr userDrawn="1"/>
        </p:nvSpPr>
        <p:spPr>
          <a:xfrm>
            <a:off x="8732520" y="1097280"/>
            <a:ext cx="3291840" cy="3291840"/>
          </a:xfrm>
          <a:prstGeom prst="ellipse">
            <a:avLst/>
          </a:prstGeom>
          <a:solidFill>
            <a:schemeClr val="accent3">
              <a:alpha val="45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Circle Small"/>
          <p:cNvSpPr/>
          <p:nvPr userDrawn="1"/>
        </p:nvSpPr>
        <p:spPr>
          <a:xfrm>
            <a:off x="10515600" y="4297680"/>
            <a:ext cx="1371600" cy="1371600"/>
          </a:xfrm>
          <a:prstGeom prst="ellipse">
            <a:avLst/>
          </a:prstGeom>
          <a:solidFill>
            <a:schemeClr val="bg1">
              <a:alpha val="22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Logo Mark"/>
          <p:cNvSpPr/>
          <p:nvPr userDrawn="1"/>
        </p:nvSpPr>
        <p:spPr>
          <a:xfrm>
            <a:off x="640080" y="548640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bg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000" b="1">
                <a:solidFill>
                  <a:schemeClr val="accent2"/>
                </a:solidFill>
              </a:rPr>
              <a:t>V</a:t>
            </a:r>
          </a:p>
        </p:txBody>
      </p:sp>
      <p:sp>
        <p:nvSpPr>
          <p:cNvPr id="6" name="Logo Wordmark"/>
          <p:cNvSpPr txBox="1"/>
          <p:nvPr userDrawn="1"/>
        </p:nvSpPr>
        <p:spPr>
          <a:xfrm>
            <a:off x="1152144" y="548640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en-US" sz="1500" b="1">
                <a:solidFill>
                  <a:schemeClr val="bg1"/>
                </a:solidFill>
              </a:rPr>
              <a:t>Vkollab</a:t>
            </a:r>
            <a:r>
              <a:rPr lang="en-US" sz="1500" b="0">
                <a:solidFill>
                  <a:schemeClr val="bg1"/>
                </a:solidFill>
              </a:rPr>
              <a:t> Technologies</a:t>
            </a:r>
          </a:p>
        </p:txBody>
      </p:sp>
      <p:sp>
        <p:nvSpPr>
          <p:cNvPr id="7" name="Title"/>
          <p:cNvSpPr>
            <a:spLocks noGrp="1"/>
          </p:cNvSpPr>
          <p:nvPr>
            <p:ph type="ctrTitle"/>
          </p:nvPr>
        </p:nvSpPr>
        <p:spPr>
          <a:xfrm>
            <a:off x="640080" y="2103120"/>
            <a:ext cx="7315200" cy="1645920"/>
          </a:xfrm>
        </p:spPr>
        <p:txBody>
          <a:bodyPr lIns="0" rIns="0" anchor="b">
            <a:normAutofit/>
          </a:bodyPr>
          <a:lstStyle>
            <a:lvl1pPr algn="l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8" name="Closing Message"/>
          <p:cNvSpPr>
            <a:spLocks noGrp="1"/>
          </p:cNvSpPr>
          <p:nvPr>
            <p:ph type="subTitle" idx="1"/>
          </p:nvPr>
        </p:nvSpPr>
        <p:spPr>
          <a:xfrm>
            <a:off x="640080" y="4023360"/>
            <a:ext cx="6949440" cy="1005840"/>
          </a:xfrm>
        </p:spPr>
        <p:txBody>
          <a:bodyPr lIns="0" rIns="0">
            <a:normAutofit/>
          </a:bodyPr>
          <a:lstStyle>
            <a:lvl1pPr algn="l" marL="0" indent="0"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Vkollab Technologies  |  Confidential</a:t>
            </a:r>
          </a:p>
        </p:txBody>
      </p:sp>
      <p:sp>
        <p:nvSpPr>
          <p:cNvPr id="3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ark"/>
          <p:cNvSpPr/>
          <p:nvPr userDrawn="1"/>
        </p:nvSpPr>
        <p:spPr>
          <a:xfrm>
            <a:off x="9144000" y="347472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000" b="1">
                <a:solidFill>
                  <a:schemeClr val="bg1"/>
                </a:solidFill>
              </a:rPr>
              <a:t>V</a:t>
            </a:r>
          </a:p>
        </p:txBody>
      </p:sp>
      <p:sp>
        <p:nvSpPr>
          <p:cNvPr id="3" name="Logo Wordmark"/>
          <p:cNvSpPr txBox="1"/>
          <p:nvPr userDrawn="1"/>
        </p:nvSpPr>
        <p:spPr>
          <a:xfrm>
            <a:off x="9656064" y="347472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en-US" sz="1500" b="1">
                <a:solidFill>
                  <a:schemeClr val="tx2"/>
                </a:solidFill>
              </a:rPr>
              <a:t>Vkollab</a:t>
            </a:r>
            <a:r>
              <a:rPr lang="en-US" sz="1500" b="0">
                <a:solidFill>
                  <a:schemeClr val="tx2"/>
                </a:solidFill>
              </a:rPr>
              <a:t> Technologies</a:t>
            </a:r>
          </a:p>
        </p:txBody>
      </p:sp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548640" y="320040"/>
            <a:ext cx="8412480" cy="914400"/>
          </a:xfrm>
        </p:spPr>
        <p:txBody>
          <a:bodyPr vert="horz" lIns="0" tIns="45720" rIns="0" bIns="45720" rtlCol="0" anchor="ctr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Text"/>
          <p:cNvSpPr>
            <a:spLocks noGrp="1"/>
          </p:cNvSpPr>
          <p:nvPr>
            <p:ph type="body" idx="1"/>
          </p:nvPr>
        </p:nvSpPr>
        <p:spPr>
          <a:xfrm>
            <a:off x="548640" y="1554480"/>
            <a:ext cx="11091672" cy="44805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3"/>
          </p:nvPr>
        </p:nvSpPr>
        <p:spPr>
          <a:xfrm>
            <a:off x="548640" y="6382512"/>
            <a:ext cx="6400800" cy="320040"/>
          </a:xfrm>
        </p:spPr>
        <p:txBody>
          <a:bodyPr vert="horz" lIns="0" tIns="0" rIns="0" bIns="0" rtlCol="0" anchor="ctr"/>
          <a:lstStyle>
            <a:lvl1pPr algn="l">
              <a:defRPr sz="100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4"/>
          </p:nvPr>
        </p:nvSpPr>
        <p:spPr>
          <a:xfrm>
            <a:off x="10725912" y="6382512"/>
            <a:ext cx="914400" cy="320040"/>
          </a:xfr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900"/>
        </a:spcBef>
        <a:buClr>
          <a:schemeClr val="accent1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08585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4859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8595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Vkollab Technologies">
  <a:themeElements>
    <a:clrScheme name="Vkollab Blue">
      <a:dk1>
        <a:srgbClr val="1B2A41"/>
      </a:dk1>
      <a:lt1>
        <a:srgbClr val="FFFFFF"/>
      </a:lt1>
      <a:dk2>
        <a:srgbClr val="0B3C7D"/>
      </a:dk2>
      <a:lt2>
        <a:srgbClr val="EAF1FB"/>
      </a:lt2>
      <a:accent1>
        <a:srgbClr val="0F6CBD"/>
      </a:accent1>
      <a:accent2>
        <a:srgbClr val="0B3C7D"/>
      </a:accent2>
      <a:accent3>
        <a:srgbClr val="2B88D8"/>
      </a:accent3>
      <a:accent4>
        <a:srgbClr val="3A7CA5"/>
      </a:accent4>
      <a:accent5>
        <a:srgbClr val="1B4F9C"/>
      </a:accent5>
      <a:accent6>
        <a:srgbClr val="5B9BD5"/>
      </a:accent6>
      <a:hlink>
        <a:srgbClr val="0F6CBD"/>
      </a:hlink>
      <a:folHlink>
        <a:srgbClr val="5B6B8C"/>
      </a:folHlink>
    </a:clrScheme>
    <a:fontScheme name="Vkollab Technologie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Vkollab Technologies Corporate Template</dc:title>
  <dc:subject/>
  <dc:creator>Vkollab Technologies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
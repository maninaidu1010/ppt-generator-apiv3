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7324" r:id="rId2"/>
    <p:sldId id="2147477323" r:id="rId3"/>
    <p:sldId id="454" r:id="rId4"/>
    <p:sldId id="214747732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>
        <p:scale>
          <a:sx n="68" d="100"/>
          <a:sy n="68" d="100"/>
        </p:scale>
        <p:origin x="492" y="-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.xml"/><Relationship Id="rId7" Type="http://schemas.openxmlformats.org/officeDocument/2006/relationships/oleObject" Target="../embeddings/oleObject1.bin"/><Relationship Id="rId12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11" Type="http://schemas.openxmlformats.org/officeDocument/2006/relationships/image" Target="../media/image4.svg"/><Relationship Id="rId5" Type="http://schemas.openxmlformats.org/officeDocument/2006/relationships/tags" Target="../tags/tag5.xml"/><Relationship Id="rId10" Type="http://schemas.openxmlformats.org/officeDocument/2006/relationships/image" Target="../media/image3.emf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1465-0849-AA2B-C612-8CD3CB8CF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18678-8061-4B65-FED7-F467A8FAD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23B4E-FD8F-A47C-A9A5-355EA515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F12B6-B3B5-4686-C72A-7D42AD1D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D0CF-F27D-08E1-A737-8AB325EB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31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AF0A-5342-E798-A4F5-07599306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AB98-C72D-7529-A2AF-E8184D6AD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D2896-0281-8E5D-3101-6885A3B3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2C3A4-3A98-F430-2B6F-11CB4BA4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DBA7B-78B8-BDE1-B27D-83FD0943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63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B6E7-CD23-C9E0-70D7-AC81FEF4D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6DFB7-325A-A1F4-7A1F-331B6E4A1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86554-1866-8320-2E65-F6D4882E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4BD48-1159-E36F-FFEE-BC14C554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32260-D267-7368-D455-FF07B1450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0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2459-53DC-4802-B341-B2FC1122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03D22-A272-0427-C84B-B99444B24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8683-C85D-7647-A7CD-2267219BE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F4628-5804-BA2F-1B6E-8F7DC661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CE0C5-3EF8-3CA2-0C02-81589C08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D72F5-1381-E258-257A-8948FC34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83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62D3-9393-19A5-2DB9-45F92ECF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8F047-F2D5-F234-41D4-5EA6074F2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EA633-4877-CD99-67A6-B9E89333E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FE1B9-146D-116E-953D-C1438DE6B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CD403C-E92B-03A3-3CBF-3AC61969C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555ED-F8B1-CE2C-B769-CC260C5A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D90BE-6BF0-2420-AC51-A16B2656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174C7-FD5F-38F4-835A-FC6A27F1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12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018B6-7EA9-2F93-22B7-E76B5CE5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086632-8A9C-C92A-8206-1D28A421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4FED2-09C6-6894-339C-BD601259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B286-A33B-1488-5746-B4FD8DD7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91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67CD6-CFA8-E2F0-4FCF-B5DBF383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09965B-4BE7-D6EB-CD35-2D165F3D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AD12B-8EB5-3DC8-52AB-DD181406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8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520B-E128-D565-215F-CDE20DEE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444F2-F5E0-3D06-6D6D-19D70BB37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D9068-F264-2F5B-59DB-916B9D8B8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0699-3001-4341-E99A-DEF6B3093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8F20D-C97C-3E8F-EE25-527441D6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1059D-22F8-66A7-B976-F0016E1BB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9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5E22-743F-6156-B34C-1233F0A1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435880-EBA4-34AB-34B2-BF9139FC0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83ED1-97DF-FD32-C5F9-8E08EA3AC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45EE5-1B16-9866-D339-D30DBCBC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31CCD-F265-592B-51A5-17A8F9C6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C2ED5-4BBA-8310-8CC2-D9B0FBA72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6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7995-2C79-2808-2BC9-9DCD60D8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0AC6C-D557-58CB-B1E1-A65C059BC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24571-6589-B02A-D21E-14AEF290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F5BC3-119F-4A03-87F6-59C35552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8A37A-A4DC-FF5B-D958-633FDD0E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2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74C53-EC95-9360-694D-380F591DD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6DA28-73B9-7C7E-72C5-88C4C9AF3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6ECB2-55B8-0DF9-5D78-01AA4413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214D-BBB4-5EFE-DCB8-8E81A9C5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F93EC-2634-C7BD-2C55-40B17F07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39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3447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304020202020204" pitchFamily="34" charset="0"/>
              <a:ea typeface="MS PGothic" panose="020B0600070205080204" pitchFamily="34" charset="-128"/>
              <a:cs typeface="+mn-cs"/>
              <a:sym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B6782-9096-F655-3FA3-77CC9C909D6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3900"/>
            <a:ext cx="12189760" cy="37967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67129E-7946-4B27-AEF0-5DEAB46A7D5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03" r="1704"/>
          <a:stretch>
            <a:fillRect/>
          </a:stretch>
        </p:blipFill>
        <p:spPr bwMode="ltGray">
          <a:xfrm>
            <a:off x="0" y="1976582"/>
            <a:ext cx="12197425" cy="4885681"/>
          </a:xfrm>
          <a:custGeom>
            <a:avLst/>
            <a:gdLst>
              <a:gd name="connsiteX0" fmla="*/ 4924943 w 12197425"/>
              <a:gd name="connsiteY0" fmla="*/ 1691145 h 6862263"/>
              <a:gd name="connsiteX1" fmla="*/ 4924943 w 12197425"/>
              <a:gd name="connsiteY1" fmla="*/ 2331031 h 6862263"/>
              <a:gd name="connsiteX2" fmla="*/ 5671022 w 12197425"/>
              <a:gd name="connsiteY2" fmla="*/ 2331031 h 6862263"/>
              <a:gd name="connsiteX3" fmla="*/ 5671022 w 12197425"/>
              <a:gd name="connsiteY3" fmla="*/ 1691145 h 6862263"/>
              <a:gd name="connsiteX4" fmla="*/ 0 w 12197425"/>
              <a:gd name="connsiteY4" fmla="*/ 0 h 6862263"/>
              <a:gd name="connsiteX5" fmla="*/ 12197425 w 12197425"/>
              <a:gd name="connsiteY5" fmla="*/ 0 h 6862263"/>
              <a:gd name="connsiteX6" fmla="*/ 12197425 w 12197425"/>
              <a:gd name="connsiteY6" fmla="*/ 6862263 h 6862263"/>
              <a:gd name="connsiteX7" fmla="*/ 0 w 12197425"/>
              <a:gd name="connsiteY7" fmla="*/ 6862263 h 686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425" h="6862263">
                <a:moveTo>
                  <a:pt x="4924943" y="1691145"/>
                </a:moveTo>
                <a:lnTo>
                  <a:pt x="4924943" y="2331031"/>
                </a:lnTo>
                <a:lnTo>
                  <a:pt x="5671022" y="2331031"/>
                </a:lnTo>
                <a:lnTo>
                  <a:pt x="5671022" y="1691145"/>
                </a:lnTo>
                <a:close/>
                <a:moveTo>
                  <a:pt x="0" y="0"/>
                </a:moveTo>
                <a:lnTo>
                  <a:pt x="12197425" y="0"/>
                </a:lnTo>
                <a:lnTo>
                  <a:pt x="12197425" y="6862263"/>
                </a:lnTo>
                <a:lnTo>
                  <a:pt x="0" y="6862263"/>
                </a:lnTo>
                <a:close/>
              </a:path>
            </a:pathLst>
          </a:cu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B35E73B-C63F-4899-B3B3-7C1797C95F1C}"/>
              </a:ext>
            </a:extLst>
          </p:cNvPr>
          <p:cNvSpPr/>
          <p:nvPr userDrawn="1"/>
        </p:nvSpPr>
        <p:spPr bwMode="ltGray">
          <a:xfrm>
            <a:off x="425452" y="-5243"/>
            <a:ext cx="4489449" cy="914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304020202020204" pitchFamily="34" charset="0"/>
              <a:ea typeface="MS PGothic"/>
              <a:cs typeface="+mn-cs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 bwMode="auto">
          <a:xfrm>
            <a:off x="750889" y="6171069"/>
            <a:ext cx="8723312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4"/>
            </p:custDataLst>
          </p:nvPr>
        </p:nvSpPr>
        <p:spPr bwMode="auto">
          <a:xfrm>
            <a:off x="750889" y="5762161"/>
            <a:ext cx="8723312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 altLang="ja-JP"/>
              <a:t>Click to edit Master subtitle style</a:t>
            </a:r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 bwMode="auto">
          <a:xfrm>
            <a:off x="750889" y="4491478"/>
            <a:ext cx="8723312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800" b="0" dirty="0"/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2DF9C4-0683-AD05-D43A-0A29AC4480D8}"/>
              </a:ext>
            </a:extLst>
          </p:cNvPr>
          <p:cNvSpPr txBox="1"/>
          <p:nvPr userDrawn="1"/>
        </p:nvSpPr>
        <p:spPr>
          <a:xfrm>
            <a:off x="841248" y="228600"/>
            <a:ext cx="2803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Innovation for Enterprises.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Excellence in Execution.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Aptos Display" panose="020B0004020202020204" pitchFamily="34" charset="0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81EC2E5C-2641-06C1-7659-E6E9EA20EE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r="79586"/>
          <a:stretch>
            <a:fillRect/>
          </a:stretch>
        </p:blipFill>
        <p:spPr>
          <a:xfrm>
            <a:off x="11129330" y="96905"/>
            <a:ext cx="575139" cy="56680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1451A9-7C7C-4300-B90B-647B6DB52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20689"/>
          <a:stretch>
            <a:fillRect/>
          </a:stretch>
        </p:blipFill>
        <p:spPr>
          <a:xfrm>
            <a:off x="10724907" y="680381"/>
            <a:ext cx="1383987" cy="3528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BB950C-F997-D638-D133-67DE242E495B}"/>
              </a:ext>
            </a:extLst>
          </p:cNvPr>
          <p:cNvSpPr/>
          <p:nvPr userDrawn="1"/>
        </p:nvSpPr>
        <p:spPr>
          <a:xfrm>
            <a:off x="425452" y="1693333"/>
            <a:ext cx="4489449" cy="78317"/>
          </a:xfrm>
          <a:prstGeom prst="rect">
            <a:avLst/>
          </a:prstGeom>
          <a:solidFill>
            <a:srgbClr val="36A1DE"/>
          </a:solidFill>
          <a:ln>
            <a:solidFill>
              <a:srgbClr val="36A0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CF939D-0E84-6656-7F05-DF6098BF82C0}"/>
              </a:ext>
            </a:extLst>
          </p:cNvPr>
          <p:cNvSpPr/>
          <p:nvPr userDrawn="1"/>
        </p:nvSpPr>
        <p:spPr>
          <a:xfrm>
            <a:off x="9236" y="1090959"/>
            <a:ext cx="12180523" cy="5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C2B4E71-586D-0958-1A9B-348E88C1E6E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0" y="3761231"/>
            <a:ext cx="11768351" cy="859538"/>
          </a:xfrm>
          <a:prstGeom prst="rect">
            <a:avLst/>
          </a:prstGeom>
        </p:spPr>
      </p:pic>
      <p:sp>
        <p:nvSpPr>
          <p:cNvPr id="26" name="Footer Placeholder 12">
            <a:extLst>
              <a:ext uri="{FF2B5EF4-FFF2-40B4-BE49-F238E27FC236}">
                <a16:creationId xmlns:a16="http://schemas.microsoft.com/office/drawing/2014/main" id="{0ADE35DA-5039-007E-545C-970B970D82F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-643128" y="6356350"/>
            <a:ext cx="2743200" cy="365125"/>
          </a:xfrm>
        </p:spPr>
        <p:txBody>
          <a:bodyPr/>
          <a:lstStyle/>
          <a:p>
            <a:r>
              <a:rPr lang="en-IN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991906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8A054-FB71-9144-3F1C-CB47E0727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9" r="26087"/>
          <a:stretch>
            <a:fillRect/>
          </a:stretch>
        </p:blipFill>
        <p:spPr>
          <a:xfrm>
            <a:off x="3202312" y="0"/>
            <a:ext cx="9011458" cy="5340561"/>
          </a:xfrm>
          <a:prstGeom prst="rect">
            <a:avLst/>
          </a:prstGeom>
        </p:spPr>
      </p:pic>
      <p:sp>
        <p:nvSpPr>
          <p:cNvPr id="21" name="任意多边形: 形状 38">
            <a:extLst>
              <a:ext uri="{FF2B5EF4-FFF2-40B4-BE49-F238E27FC236}">
                <a16:creationId xmlns:a16="http://schemas.microsoft.com/office/drawing/2014/main" id="{BD422E8A-30F6-B79D-4C2B-E39D7A7CFAA0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409624" y="0"/>
            <a:ext cx="12626304" cy="6862747"/>
          </a:xfrm>
          <a:custGeom>
            <a:avLst/>
            <a:gdLst>
              <a:gd name="connsiteX0" fmla="*/ 3559883 w 9342738"/>
              <a:gd name="connsiteY0" fmla="*/ 0 h 6864350"/>
              <a:gd name="connsiteX1" fmla="*/ 9342738 w 9342738"/>
              <a:gd name="connsiteY1" fmla="*/ 0 h 6864350"/>
              <a:gd name="connsiteX2" fmla="*/ 9342738 w 9342738"/>
              <a:gd name="connsiteY2" fmla="*/ 6864350 h 6864350"/>
              <a:gd name="connsiteX3" fmla="*/ 9010316 w 9342738"/>
              <a:gd name="connsiteY3" fmla="*/ 6864350 h 6864350"/>
              <a:gd name="connsiteX4" fmla="*/ 402068 w 9342738"/>
              <a:gd name="connsiteY4" fmla="*/ 6864350 h 6864350"/>
              <a:gd name="connsiteX5" fmla="*/ 0 w 9342738"/>
              <a:gd name="connsiteY5" fmla="*/ 6864350 h 6864350"/>
              <a:gd name="connsiteX6" fmla="*/ 0 w 9342738"/>
              <a:gd name="connsiteY6" fmla="*/ 4441981 h 6864350"/>
              <a:gd name="connsiteX7" fmla="*/ 485218 w 9342738"/>
              <a:gd name="connsiteY7" fmla="*/ 4368697 h 6864350"/>
              <a:gd name="connsiteX8" fmla="*/ 3534483 w 9342738"/>
              <a:gd name="connsiteY8" fmla="*/ 3207923 h 6864350"/>
              <a:gd name="connsiteX9" fmla="*/ 3559883 w 9342738"/>
              <a:gd name="connsiteY9" fmla="*/ 0 h 686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42738" h="6864350">
                <a:moveTo>
                  <a:pt x="3559883" y="0"/>
                </a:moveTo>
                <a:lnTo>
                  <a:pt x="9342738" y="0"/>
                </a:lnTo>
                <a:lnTo>
                  <a:pt x="9342738" y="6864350"/>
                </a:lnTo>
                <a:lnTo>
                  <a:pt x="9010316" y="6864350"/>
                </a:lnTo>
                <a:cubicBezTo>
                  <a:pt x="7405264" y="6864350"/>
                  <a:pt x="4760393" y="6864350"/>
                  <a:pt x="402068" y="6864350"/>
                </a:cubicBezTo>
                <a:lnTo>
                  <a:pt x="0" y="6864350"/>
                </a:lnTo>
                <a:lnTo>
                  <a:pt x="0" y="4441981"/>
                </a:lnTo>
                <a:lnTo>
                  <a:pt x="485218" y="4368697"/>
                </a:lnTo>
                <a:cubicBezTo>
                  <a:pt x="1693182" y="4162486"/>
                  <a:pt x="2891546" y="3805531"/>
                  <a:pt x="3534483" y="3207923"/>
                </a:cubicBezTo>
                <a:cubicBezTo>
                  <a:pt x="5026733" y="1827419"/>
                  <a:pt x="3644020" y="101788"/>
                  <a:pt x="35598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14" tIns="44807" rIns="89614" bIns="44807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2776979A-9F23-435D-C65C-780420E94301}"/>
              </a:ext>
            </a:extLst>
          </p:cNvPr>
          <p:cNvSpPr>
            <a:spLocks/>
          </p:cNvSpPr>
          <p:nvPr userDrawn="1"/>
        </p:nvSpPr>
        <p:spPr bwMode="auto">
          <a:xfrm flipH="1">
            <a:off x="5796644" y="1110913"/>
            <a:ext cx="3479898" cy="5747087"/>
          </a:xfrm>
          <a:custGeom>
            <a:avLst/>
            <a:gdLst>
              <a:gd name="T0" fmla="*/ 1039 w 1213"/>
              <a:gd name="T1" fmla="*/ 0 h 3748"/>
              <a:gd name="T2" fmla="*/ 1196 w 1213"/>
              <a:gd name="T3" fmla="*/ 892 h 3748"/>
              <a:gd name="T4" fmla="*/ 812 w 1213"/>
              <a:gd name="T5" fmla="*/ 2092 h 3748"/>
              <a:gd name="T6" fmla="*/ 464 w 1213"/>
              <a:gd name="T7" fmla="*/ 3748 h 3748"/>
              <a:gd name="T8" fmla="*/ 0 w 1213"/>
              <a:gd name="T9" fmla="*/ 3748 h 3748"/>
              <a:gd name="T10" fmla="*/ 116 w 1213"/>
              <a:gd name="T11" fmla="*/ 3040 h 3748"/>
              <a:gd name="T12" fmla="*/ 464 w 1213"/>
              <a:gd name="T13" fmla="*/ 2404 h 3748"/>
              <a:gd name="T14" fmla="*/ 1020 w 1213"/>
              <a:gd name="T15" fmla="*/ 1322 h 3748"/>
              <a:gd name="T16" fmla="*/ 1120 w 1213"/>
              <a:gd name="T17" fmla="*/ 988 h 3748"/>
              <a:gd name="T18" fmla="*/ 1152 w 1213"/>
              <a:gd name="T19" fmla="*/ 512 h 3748"/>
              <a:gd name="T20" fmla="*/ 1039 w 1213"/>
              <a:gd name="T21" fmla="*/ 0 h 37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213" h="3748">
                <a:moveTo>
                  <a:pt x="1039" y="0"/>
                </a:moveTo>
                <a:cubicBezTo>
                  <a:pt x="1039" y="0"/>
                  <a:pt x="1213" y="417"/>
                  <a:pt x="1196" y="892"/>
                </a:cubicBezTo>
                <a:cubicBezTo>
                  <a:pt x="1176" y="1460"/>
                  <a:pt x="944" y="1828"/>
                  <a:pt x="812" y="2092"/>
                </a:cubicBezTo>
                <a:cubicBezTo>
                  <a:pt x="680" y="2356"/>
                  <a:pt x="68" y="3148"/>
                  <a:pt x="464" y="3748"/>
                </a:cubicBezTo>
                <a:cubicBezTo>
                  <a:pt x="0" y="3748"/>
                  <a:pt x="0" y="3748"/>
                  <a:pt x="0" y="3748"/>
                </a:cubicBezTo>
                <a:cubicBezTo>
                  <a:pt x="116" y="3040"/>
                  <a:pt x="116" y="3040"/>
                  <a:pt x="116" y="3040"/>
                </a:cubicBezTo>
                <a:cubicBezTo>
                  <a:pt x="464" y="2404"/>
                  <a:pt x="464" y="2404"/>
                  <a:pt x="464" y="2404"/>
                </a:cubicBezTo>
                <a:cubicBezTo>
                  <a:pt x="1020" y="1322"/>
                  <a:pt x="1020" y="1322"/>
                  <a:pt x="1020" y="1322"/>
                </a:cubicBezTo>
                <a:cubicBezTo>
                  <a:pt x="1120" y="988"/>
                  <a:pt x="1120" y="988"/>
                  <a:pt x="1120" y="988"/>
                </a:cubicBezTo>
                <a:cubicBezTo>
                  <a:pt x="1152" y="512"/>
                  <a:pt x="1152" y="512"/>
                  <a:pt x="1152" y="512"/>
                </a:cubicBezTo>
                <a:lnTo>
                  <a:pt x="1039" y="0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vert="horz" wrap="square" lIns="89614" tIns="44807" rIns="89614" bIns="4480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任意多边形: 形状 35">
            <a:extLst>
              <a:ext uri="{FF2B5EF4-FFF2-40B4-BE49-F238E27FC236}">
                <a16:creationId xmlns:a16="http://schemas.microsoft.com/office/drawing/2014/main" id="{210748CA-3AF3-A8E5-C1CA-CB51CD77EB6D}"/>
              </a:ext>
            </a:extLst>
          </p:cNvPr>
          <p:cNvSpPr>
            <a:spLocks/>
          </p:cNvSpPr>
          <p:nvPr userDrawn="1"/>
        </p:nvSpPr>
        <p:spPr bwMode="auto">
          <a:xfrm flipH="1">
            <a:off x="5969643" y="282214"/>
            <a:ext cx="6222357" cy="6565954"/>
          </a:xfrm>
          <a:custGeom>
            <a:avLst/>
            <a:gdLst>
              <a:gd name="connsiteX0" fmla="*/ 3937065 w 4604186"/>
              <a:gd name="connsiteY0" fmla="*/ 0 h 6567488"/>
              <a:gd name="connsiteX1" fmla="*/ 4596043 w 4604186"/>
              <a:gd name="connsiteY1" fmla="*/ 2109730 h 6567488"/>
              <a:gd name="connsiteX2" fmla="*/ 3996972 w 4604186"/>
              <a:gd name="connsiteY2" fmla="*/ 3545872 h 6567488"/>
              <a:gd name="connsiteX3" fmla="*/ 2572041 w 4604186"/>
              <a:gd name="connsiteY3" fmla="*/ 5468141 h 6567488"/>
              <a:gd name="connsiteX4" fmla="*/ 2469343 w 4604186"/>
              <a:gd name="connsiteY4" fmla="*/ 6567488 h 6567488"/>
              <a:gd name="connsiteX5" fmla="*/ 69434 w 4604186"/>
              <a:gd name="connsiteY5" fmla="*/ 6567488 h 6567488"/>
              <a:gd name="connsiteX6" fmla="*/ 0 w 4604186"/>
              <a:gd name="connsiteY6" fmla="*/ 6567488 h 6567488"/>
              <a:gd name="connsiteX7" fmla="*/ 0 w 4604186"/>
              <a:gd name="connsiteY7" fmla="*/ 5060795 h 6567488"/>
              <a:gd name="connsiteX8" fmla="*/ 188068 w 4604186"/>
              <a:gd name="connsiteY8" fmla="*/ 4976011 h 6567488"/>
              <a:gd name="connsiteX9" fmla="*/ 2366645 w 4604186"/>
              <a:gd name="connsiteY9" fmla="*/ 3993872 h 6567488"/>
              <a:gd name="connsiteX10" fmla="*/ 3907112 w 4604186"/>
              <a:gd name="connsiteY10" fmla="*/ 2996198 h 6567488"/>
              <a:gd name="connsiteX11" fmla="*/ 4283670 w 4604186"/>
              <a:gd name="connsiteY11" fmla="*/ 2087489 h 6567488"/>
              <a:gd name="connsiteX12" fmla="*/ 4369252 w 4604186"/>
              <a:gd name="connsiteY12" fmla="*/ 1286808 h 6567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4186" h="6567488">
                <a:moveTo>
                  <a:pt x="3937065" y="0"/>
                </a:moveTo>
                <a:cubicBezTo>
                  <a:pt x="3937065" y="0"/>
                  <a:pt x="4690182" y="679943"/>
                  <a:pt x="4596043" y="2109730"/>
                </a:cubicBezTo>
                <a:cubicBezTo>
                  <a:pt x="4596043" y="2109730"/>
                  <a:pt x="4510461" y="2935829"/>
                  <a:pt x="3996972" y="3545872"/>
                </a:cubicBezTo>
                <a:cubicBezTo>
                  <a:pt x="3628972" y="3982751"/>
                  <a:pt x="2679017" y="5147233"/>
                  <a:pt x="2572041" y="5468141"/>
                </a:cubicBezTo>
                <a:cubicBezTo>
                  <a:pt x="2477901" y="5747744"/>
                  <a:pt x="2405157" y="5973332"/>
                  <a:pt x="2469343" y="6567488"/>
                </a:cubicBezTo>
                <a:cubicBezTo>
                  <a:pt x="1278691" y="6567488"/>
                  <a:pt x="534533" y="6567488"/>
                  <a:pt x="69434" y="6567488"/>
                </a:cubicBezTo>
                <a:lnTo>
                  <a:pt x="0" y="6567488"/>
                </a:lnTo>
                <a:lnTo>
                  <a:pt x="0" y="5060795"/>
                </a:lnTo>
                <a:lnTo>
                  <a:pt x="188068" y="4976011"/>
                </a:lnTo>
                <a:cubicBezTo>
                  <a:pt x="2366645" y="3993872"/>
                  <a:pt x="2366645" y="3993872"/>
                  <a:pt x="2366645" y="3993872"/>
                </a:cubicBezTo>
                <a:cubicBezTo>
                  <a:pt x="3907112" y="2996198"/>
                  <a:pt x="3907112" y="2996198"/>
                  <a:pt x="3907112" y="2996198"/>
                </a:cubicBezTo>
                <a:cubicBezTo>
                  <a:pt x="4283670" y="2087489"/>
                  <a:pt x="4283670" y="2087489"/>
                  <a:pt x="4283670" y="2087489"/>
                </a:cubicBezTo>
                <a:cubicBezTo>
                  <a:pt x="4369252" y="1286808"/>
                  <a:pt x="4369252" y="1286808"/>
                  <a:pt x="4369252" y="128680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  <a:effectLst/>
        </p:spPr>
        <p:txBody>
          <a:bodyPr vert="horz" wrap="square" lIns="89614" tIns="44807" rIns="89614" bIns="44807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任意多边形: 形状 31">
            <a:extLst>
              <a:ext uri="{FF2B5EF4-FFF2-40B4-BE49-F238E27FC236}">
                <a16:creationId xmlns:a16="http://schemas.microsoft.com/office/drawing/2014/main" id="{D6295AE5-6343-2CB8-488C-3B37D5FA4C6B}"/>
              </a:ext>
            </a:extLst>
          </p:cNvPr>
          <p:cNvSpPr>
            <a:spLocks/>
          </p:cNvSpPr>
          <p:nvPr userDrawn="1"/>
        </p:nvSpPr>
        <p:spPr bwMode="auto">
          <a:xfrm flipH="1">
            <a:off x="6129917" y="0"/>
            <a:ext cx="6078916" cy="5997329"/>
          </a:xfrm>
          <a:custGeom>
            <a:avLst/>
            <a:gdLst>
              <a:gd name="connsiteX0" fmla="*/ 3553307 w 4498048"/>
              <a:gd name="connsiteY0" fmla="*/ 0 h 5998730"/>
              <a:gd name="connsiteX1" fmla="*/ 3792472 w 4498048"/>
              <a:gd name="connsiteY1" fmla="*/ 0 h 5998730"/>
              <a:gd name="connsiteX2" fmla="*/ 2152480 w 4498048"/>
              <a:gd name="connsiteY2" fmla="*/ 4746888 h 5998730"/>
              <a:gd name="connsiteX3" fmla="*/ 10666 w 4498048"/>
              <a:gd name="connsiteY3" fmla="*/ 5990801 h 5998730"/>
              <a:gd name="connsiteX4" fmla="*/ 0 w 4498048"/>
              <a:gd name="connsiteY4" fmla="*/ 5998730 h 5998730"/>
              <a:gd name="connsiteX5" fmla="*/ 0 w 4498048"/>
              <a:gd name="connsiteY5" fmla="*/ 4444389 h 5998730"/>
              <a:gd name="connsiteX6" fmla="*/ 481590 w 4498048"/>
              <a:gd name="connsiteY6" fmla="*/ 4371718 h 5998730"/>
              <a:gd name="connsiteX7" fmla="*/ 3531953 w 4498048"/>
              <a:gd name="connsiteY7" fmla="*/ 3212251 h 5998730"/>
              <a:gd name="connsiteX8" fmla="*/ 3553307 w 4498048"/>
              <a:gd name="connsiteY8" fmla="*/ 0 h 599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8048" h="5998730">
                <a:moveTo>
                  <a:pt x="3553307" y="0"/>
                </a:moveTo>
                <a:lnTo>
                  <a:pt x="3792472" y="0"/>
                </a:lnTo>
                <a:cubicBezTo>
                  <a:pt x="5381215" y="2433813"/>
                  <a:pt x="4048721" y="3869953"/>
                  <a:pt x="2152480" y="4746888"/>
                </a:cubicBezTo>
                <a:cubicBezTo>
                  <a:pt x="1204359" y="5185355"/>
                  <a:pt x="488997" y="5642887"/>
                  <a:pt x="10666" y="5990801"/>
                </a:cubicBezTo>
                <a:lnTo>
                  <a:pt x="0" y="5998730"/>
                </a:lnTo>
                <a:lnTo>
                  <a:pt x="0" y="4444389"/>
                </a:lnTo>
                <a:lnTo>
                  <a:pt x="481590" y="4371718"/>
                </a:lnTo>
                <a:cubicBezTo>
                  <a:pt x="1689363" y="4165740"/>
                  <a:pt x="2888127" y="3809187"/>
                  <a:pt x="3531953" y="3212251"/>
                </a:cubicBezTo>
                <a:cubicBezTo>
                  <a:pt x="5069446" y="1788821"/>
                  <a:pt x="3553307" y="0"/>
                  <a:pt x="35533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89614" tIns="44807" rIns="89614" bIns="44807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5" name="文本占位符 13">
            <a:extLst>
              <a:ext uri="{FF2B5EF4-FFF2-40B4-BE49-F238E27FC236}">
                <a16:creationId xmlns:a16="http://schemas.microsoft.com/office/drawing/2014/main" id="{D5660BEB-E7C5-AA73-0F0B-91C2138FB321}"/>
              </a:ext>
            </a:extLst>
          </p:cNvPr>
          <p:cNvSpPr txBox="1">
            <a:spLocks/>
          </p:cNvSpPr>
          <p:nvPr userDrawn="1"/>
        </p:nvSpPr>
        <p:spPr>
          <a:xfrm>
            <a:off x="5850082" y="4821769"/>
            <a:ext cx="5626948" cy="35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176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36025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205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75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101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76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Signature</a:t>
            </a:r>
          </a:p>
        </p:txBody>
      </p:sp>
      <p:sp>
        <p:nvSpPr>
          <p:cNvPr id="26" name="文本占位符 13">
            <a:extLst>
              <a:ext uri="{FF2B5EF4-FFF2-40B4-BE49-F238E27FC236}">
                <a16:creationId xmlns:a16="http://schemas.microsoft.com/office/drawing/2014/main" id="{DA373A10-8AFA-E65B-D8AF-306F2E1B2AEA}"/>
              </a:ext>
            </a:extLst>
          </p:cNvPr>
          <p:cNvSpPr txBox="1">
            <a:spLocks/>
          </p:cNvSpPr>
          <p:nvPr userDrawn="1"/>
        </p:nvSpPr>
        <p:spPr>
          <a:xfrm>
            <a:off x="5850082" y="5165331"/>
            <a:ext cx="5626948" cy="35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176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36025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205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75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101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76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Date</a:t>
            </a:r>
            <a:endParaRPr kumimoji="0" lang="zh-CN" altLang="en-US" sz="1176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5C74992-9BDE-26AC-479C-ACCFB5EDED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344" y="3140968"/>
            <a:ext cx="6369402" cy="11992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Divider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3A23C-EFBD-F52B-4C45-46E965DE9A89}"/>
              </a:ext>
            </a:extLst>
          </p:cNvPr>
          <p:cNvSpPr txBox="1"/>
          <p:nvPr userDrawn="1"/>
        </p:nvSpPr>
        <p:spPr>
          <a:xfrm>
            <a:off x="8760297" y="6438528"/>
            <a:ext cx="2697344" cy="230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D3AAB-BD3A-F44E-122C-FA7266E0E072}"/>
              </a:ext>
            </a:extLst>
          </p:cNvPr>
          <p:cNvSpPr txBox="1"/>
          <p:nvPr userDrawn="1"/>
        </p:nvSpPr>
        <p:spPr>
          <a:xfrm>
            <a:off x="11496600" y="6438528"/>
            <a:ext cx="504574" cy="230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A897D7-26ED-4529-990B-D94C0456BA6E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6EDF1DE5-1F72-3F86-2D41-014C8939B6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9586"/>
          <a:stretch>
            <a:fillRect/>
          </a:stretch>
        </p:blipFill>
        <p:spPr>
          <a:xfrm>
            <a:off x="-287570" y="151744"/>
            <a:ext cx="575139" cy="56680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A607F54-9874-0035-F574-80A25989C5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89"/>
          <a:stretch>
            <a:fillRect/>
          </a:stretch>
        </p:blipFill>
        <p:spPr>
          <a:xfrm>
            <a:off x="360953" y="292046"/>
            <a:ext cx="1383987" cy="352864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1AC00A6-CF5C-4DF7-0FE7-D2E8255139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AEDA2F-9169-42F3-9DF1-1A30610574F0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44645CEA-EEFE-B239-C123-55C058F2D7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-643128" y="6356350"/>
            <a:ext cx="2743200" cy="365125"/>
          </a:xfrm>
        </p:spPr>
        <p:txBody>
          <a:bodyPr/>
          <a:lstStyle/>
          <a:p>
            <a:r>
              <a:rPr lang="en-IN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0439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aderBand">
            <a:extLst>
              <a:ext uri="{FF2B5EF4-FFF2-40B4-BE49-F238E27FC236}">
                <a16:creationId xmlns:a16="http://schemas.microsoft.com/office/drawing/2014/main" id="{A2AC73E4-CA85-FE80-70CB-6D21A4057E1B}"/>
              </a:ext>
            </a:extLst>
          </p:cNvPr>
          <p:cNvSpPr/>
          <p:nvPr userDrawn="1"/>
        </p:nvSpPr>
        <p:spPr>
          <a:xfrm>
            <a:off x="0" y="4235"/>
            <a:ext cx="12191999" cy="11492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4984B21D-BB6E-9116-78C6-E884FAD27B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9586"/>
          <a:stretch>
            <a:fillRect/>
          </a:stretch>
        </p:blipFill>
        <p:spPr>
          <a:xfrm>
            <a:off x="11129330" y="50725"/>
            <a:ext cx="575139" cy="566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D057150-288D-F204-B430-C7B6D3B0C737}"/>
              </a:ext>
            </a:extLst>
          </p:cNvPr>
          <p:cNvSpPr/>
          <p:nvPr userDrawn="1"/>
        </p:nvSpPr>
        <p:spPr>
          <a:xfrm>
            <a:off x="9672" y="7623"/>
            <a:ext cx="8931124" cy="73868"/>
          </a:xfrm>
          <a:prstGeom prst="rect">
            <a:avLst/>
          </a:prstGeom>
          <a:solidFill>
            <a:srgbClr val="1D3770"/>
          </a:solidFill>
          <a:ln>
            <a:solidFill>
              <a:srgbClr val="1D37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FA46789-85CD-41C1-1149-90FF0893C7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689"/>
          <a:stretch>
            <a:fillRect/>
          </a:stretch>
        </p:blipFill>
        <p:spPr>
          <a:xfrm>
            <a:off x="10724907" y="634201"/>
            <a:ext cx="1383987" cy="35286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7722E5D-84E9-4746-5589-8FF60204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33" y="212034"/>
            <a:ext cx="10483851" cy="457200"/>
          </a:xfr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5370174-1E39-11C4-8BF5-62FD633050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0663" y="701180"/>
            <a:ext cx="10465240" cy="352864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1BAC667-34CA-BF4F-7D86-244A1EC11C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-643128" y="6356350"/>
            <a:ext cx="2743200" cy="365125"/>
          </a:xfrm>
        </p:spPr>
        <p:txBody>
          <a:bodyPr/>
          <a:lstStyle/>
          <a:p>
            <a:r>
              <a:rPr lang="en-IN" dirty="0"/>
              <a:t>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C3FA7B6-47ED-45A0-5CC5-0A6D387449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AEDA2F-9169-42F3-9DF1-1A30610574F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EFE65-2F17-F191-D6D1-91A52D214FE8}"/>
              </a:ext>
            </a:extLst>
          </p:cNvPr>
          <p:cNvSpPr txBox="1"/>
          <p:nvPr userDrawn="1"/>
        </p:nvSpPr>
        <p:spPr>
          <a:xfrm>
            <a:off x="11496600" y="6438528"/>
            <a:ext cx="504574" cy="230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A897D7-26ED-4529-990B-D94C0456BA6E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7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56153-8AC9-6A1E-71D8-D11873EC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4A594-AE89-FD97-1F11-8CB3DB3D8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C0FF3-CF9D-BCF5-0138-29A980E8A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6D297-4295-4699-97DE-4DEC8BA24B6F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7BB2D-FEC5-79BE-C380-47299ADE9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61E-F952-7B1C-880F-880569B5F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0083C-D14E-4DD5-8019-499477F5B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17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250B10-3A48-89D5-59BD-5E431EDC59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CC848-DF2D-9841-01B3-B3E236A24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8B4AA2-EF1B-4F00-3B38-ED3BA780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21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FCB40-FBD7-FBA8-0FA2-BAB5E1427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1A182-1480-FD56-0431-13B9B5795F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-790575" y="6356350"/>
            <a:ext cx="4114800" cy="365125"/>
          </a:xfrm>
        </p:spPr>
        <p:txBody>
          <a:bodyPr/>
          <a:lstStyle/>
          <a:p>
            <a:r>
              <a:rPr lang="en-IN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374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CBFE-C065-C6D1-F213-3C0627D5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2A4DC-0773-6179-74AE-FB7DE6E9B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E1506-CCCA-E123-F174-5610DBEE0B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Confidential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03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7156-9DEB-F693-DF81-48F20FDF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8235E4-ED95-3A51-BAD2-36B8848B8E3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Confidential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6F368-8A87-AC64-B49B-240E3CDBC87C}"/>
              </a:ext>
            </a:extLst>
          </p:cNvPr>
          <p:cNvSpPr txBox="1"/>
          <p:nvPr/>
        </p:nvSpPr>
        <p:spPr>
          <a:xfrm>
            <a:off x="3960494" y="2948940"/>
            <a:ext cx="42005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441382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KT Template" id="{26A802D6-1FBC-40B4-8EA4-1965F48966BC}" vid="{D581F6FA-B973-46C3-9FD6-EDF78F9D8D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corporate_template</Template>
  <TotalTime>0</TotalTime>
  <Words>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Arial Nova Light</vt:lpstr>
      <vt:lpstr>Graphik</vt:lpstr>
      <vt:lpstr>Graphik Semibold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Geetha Sai Manikanta Kunapareddy</dc:creator>
  <cp:lastModifiedBy>Geetha Sai Manikanta Kunapareddy</cp:lastModifiedBy>
  <cp:revision>1</cp:revision>
  <dcterms:created xsi:type="dcterms:W3CDTF">2026-10-01T12:36:34Z</dcterms:created>
  <dcterms:modified xsi:type="dcterms:W3CDTF">2026-10-01T12:36:56Z</dcterms:modified>
</cp:coreProperties>
</file>